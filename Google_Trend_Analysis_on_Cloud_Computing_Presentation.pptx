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Google Trend Analysis on Cloud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Python, Pytrends, Pandas &amp; Matplotlib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Google processes billions of searches daily</a:t>
            </a:r>
          </a:p>
          <a:p>
            <a:r>
              <a:t>• Search trend analysis helps understand user behavior</a:t>
            </a:r>
          </a:p>
          <a:p>
            <a:r>
              <a:t>• This project analyzes search trends for 'Cloud Computing'</a:t>
            </a:r>
          </a:p>
          <a:p>
            <a:r>
              <a:t>• Tools Used: Python, Pytrends, Pandas, Matplotlib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historical search interest (last 12 months)</a:t>
            </a:r>
          </a:p>
          <a:p>
            <a:r>
              <a:t>• Identify peak search dates</a:t>
            </a:r>
          </a:p>
          <a:p>
            <a:r>
              <a:t>• Analyze regional interest</a:t>
            </a:r>
          </a:p>
          <a:p>
            <a:r>
              <a:t>• Discover related queries &amp; keyword suggestions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&amp; Environment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Install required libraries:</a:t>
            </a:r>
          </a:p>
          <a:p>
            <a:r>
              <a:t>   - pip install pytrends pandas matplotlib</a:t>
            </a:r>
          </a:p>
          <a:p>
            <a:r>
              <a:t>• Import libraries in Jupyter Notebook</a:t>
            </a:r>
          </a:p>
          <a:p>
            <a:r>
              <a:t>• Connect to Google Trends using TrendReq()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Search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interest_over_time() method</a:t>
            </a:r>
          </a:p>
          <a:p>
            <a:r>
              <a:t>• Timeframe: Last 12 months</a:t>
            </a:r>
          </a:p>
          <a:p>
            <a:r>
              <a:t>• Peak Date: 15 Feb 2026 (Interest = 100)</a:t>
            </a:r>
          </a:p>
          <a:p>
            <a:r>
              <a:t>• Data saved as CSV file</a:t>
            </a:r>
          </a:p>
          <a:p>
            <a:r>
              <a:t>• Line graph plotted using Matplotlib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Interest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interest_by_region() method</a:t>
            </a:r>
          </a:p>
          <a:p>
            <a:r>
              <a:t>• Top Regions:</a:t>
            </a:r>
          </a:p>
          <a:p>
            <a:r>
              <a:t>   - St. Helena (100)</a:t>
            </a:r>
          </a:p>
          <a:p>
            <a:r>
              <a:t>   - Nepal (77)</a:t>
            </a:r>
          </a:p>
          <a:p>
            <a:r>
              <a:t>   - India (54)</a:t>
            </a:r>
          </a:p>
          <a:p>
            <a:r>
              <a:t>• Bar chart visualization created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Queries &amp; Keyword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related_queries() method</a:t>
            </a:r>
          </a:p>
          <a:p>
            <a:r>
              <a:t>• Top Query: 'cloud computing news'</a:t>
            </a:r>
          </a:p>
          <a:p>
            <a:r>
              <a:t>• Rising Query: 'ai news today'</a:t>
            </a:r>
          </a:p>
          <a:p>
            <a:r>
              <a:t>• Used suggestions() for keyword ideas</a:t>
            </a:r>
          </a:p>
          <a:p>
            <a:r>
              <a:t>• Data exported as CSV 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 Computing shows strong global interest</a:t>
            </a:r>
          </a:p>
          <a:p>
            <a:r>
              <a:t>• Interest varies by region and time</a:t>
            </a:r>
          </a:p>
          <a:p>
            <a:r>
              <a:t>• Rising AI-related searches observed</a:t>
            </a:r>
          </a:p>
          <a:p>
            <a:r>
              <a:t>• Python + Pytrends enables powerful search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